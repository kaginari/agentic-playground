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AGENT-ONE v0.1.2: a single static Go binary. Everything shown in this deck is captured from the released binary running in a demo workspace against a scripted OpenAI-compatible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the binary enforces in code. Each is proven by tests and attacked by an independent validator; the gate's shell-write blind spot and several permission bypasses were found and fixed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step the cost is the same as other harnesses: one model call. Per task it should be lower — smaller prompts, cheaper models for reading, fewer redone steps — to be measured with Harbor.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token-consuming beat is plan. Budgets are readings, not feelings; past a budget the run checkpoints and prints a resume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capture: the model here is a scripted OpenAI-compatible server (the benchmark's fake vLLM), so the run is reproducible and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validator attacked the deny rule with eight disguises of git push; before the fix several slipped through. All hold now,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static binary, linux and macOS, amd64 and arm64. Same commands in both distributions.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rule: a switched-off instrument is a finding, not silence. The ranks line, models per role and rank, the sandbox probe, the drain passes and the budgets are all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the strict parser rejected two of my own config mistakes with file and line — exactly as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five drain passes need no model at all. A verify failure keeps the old context — compaction can never lose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empty demo workspace has an empty registry, and the brief says so as a named gap rather than an empty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escalating chain: Analyst → Judge → Drafter. Each can run its own model; config refuses a chain where a later role sits on a weaker model. The session never chooses its own model — it runs on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usage showed the session's calls labelled as another rank: a machine-wide agent file had been imported as the session. Found here, fixed with a regression test, released as a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Pages: Overview · Subagents · Usage · Team · Memory · Toolbox · Log · Config. Mobile first: the phone layout on the right. A page is proven by rendering it — that rule caught a rename that had silently broken the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is a fixture world with an elf/coordinator, an orc/domain owner and two zone owners; the config page is the demo world, showing webfetch switched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come from the validation log and CI, not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Harbor is the Terminal-Bench team's framework; the adapter is ~100 lines against its BaseInstalledAgent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v0.2 lands by the same ladder: each layer green on its own tests before the next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Install, onboard,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agent-one/portrait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7236" y="822960"/>
            <a:ext cx="1554480" cy="155448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60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600" kern="0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AGENT-ONE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enforced in code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11480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 binary where review gates, approvals, the sandbox and memory are part of the runtime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v0.1.2  ·  github.com/Kaginari/agent-one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read a rule — and still skip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harnesses put the policy in the prompt. Here the harness is the policy.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gate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that changed the workspace is checked before it's called done: right author, invariants hold, work complete, doc changed with the code. The verdict is appended to log.md — even when the write came through the shell.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03911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classified before it runs — read · write · outward · destructive. Outward and destructive ask you. Per-command rules (bash:git push*) allow, ask or deny, and hold against wrapped forms like env git push or sh -c.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79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is a persistent shell under bwrap: read-only filesystem except the workspace, no network unless the act was approved as outward, API keys and tokens scrubbed from the environment.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C5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memory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 every step, remember after. Undocumented knowledge (policy · team · domain) is surfaced and filed. When the context window fills, it is drained to memory by pointer — not summarized away.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loop as Claude Code and OpenCode — plus what they lack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per step. The other five beats are code: no tokens, milliseconds.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994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/ OpenCode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per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the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sees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history, full tool outputs, every tool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instead of file contents; only the tools that fit the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 — the model says it's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per step + the review gate per turn, verdict in log.md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summary (lossy)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drain: mechanical passes first, one call for the undocumented and the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for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role on its own model (cheap to read, strong to judge)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or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retries, then one hop up with a named gap — never a guess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sits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beats per tool step, every beat journaled.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807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context 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08276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09444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9444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00884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tool pointers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01084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02252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BD8C24"/>
          </a:solidFill>
          <a:ln w="12700">
            <a:solidFill>
              <a:srgbClr val="BD8C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2252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93692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93892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506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chosen tool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86700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7868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78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79308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/ check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79508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98067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8067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07211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notes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891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step, the model is called only by the binary's own routed work: </a:t>
            </a:r>
            <a:pPr algn="ctr" indent="0" marL="0">
              <a:buNone/>
            </a:pPr>
            <a:r>
              <a:rPr lang="en-US" sz="1500" dirty="0">
                <a:solidFill>
                  <a:srgbClr val="EE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gate's verdict (Judge), the drain's notes (Drafter), and each ephemeral subagent's own loop.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ask, end to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run — classified step, the write, the report, the gate's verdict, live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run "Create hello.txt with the line: hello bench"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s1 bash [write] printf '%s\n' 'hello bench' &gt; hello.txt &amp;&amp; cat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 (21ms)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 DONE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 30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gate: Gate: n/a (no domain owners)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· vllm/fake/vllm-coder · ctx 0% (OK) · 2780 tok · $0.0006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676656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.agent-one/log.md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98848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[2026-09-26T15:36:11+02:00] orchestrator — Gate: n/a (no domain owners) —…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**Task:** Create hello.txt with the line: hello bench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**Files:**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**Gate:** Gate: n/a (no domain owners)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**Result:** done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**Learned:** —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783080"/>
            <a:ext cx="4069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 bash [write]: the classifier settled the class before it ran — inside the workspace, so no prompt.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gate ran on the shell write and appended its verdict to log.md.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are live, priced from config — an unpriced model shows tokens, never a guess.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--json gives the same run as one JSON object for automation and benchmarks.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approval: the harness decides, not 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scripted model tried to write outside the workspace. Nobody was there to approve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run "Create the file /app/hello.txt with hello bench"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s1 bash [outward] denied at the gate (path outside the workspace: /app/hello.txt; no TTY to ask — pass --approve outward to p…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s1 denied at the gate (outward: path outside the workspace: /app/hello.txt; no TTY to ask — pass --approve outward to pre-ap…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· vllm/fake/vllm-coder · ctx 0% (OK) · 1240 tok · $0.0003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.agent-one/config.yaml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67328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ask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 --force*",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deny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webfetch: { enabled: false 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42900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inside the workspace — run; the gate judges the result.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(network, outside paths, git push) · destructive — ask; with no TTY, deny and name the flag that would pre-approve.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specific rule wins; deny beats approval. Rules match the inner forms too: env git push, sh -c '…', git -C . push, xargs, sudo.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"allow everything" on outward is refused when config loads.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CLI, part by part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speaks the same instruments; nothing keeps a private store.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7947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2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repl (default)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live session — talk while ephemeral subagents work; /agents /send /usage /status /compact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run "&lt;ask&gt;"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ask to its end, non-interactive; --json for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resume · sessions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or list sessions (JSONL on disk)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instrument board and the off-list — every disabled feature, and 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· explain · check · path · patch — every value with its 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memory · toolbox · onto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memory tiers, the two-level tool registry, the ownership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usage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and cost by agent, role, rank, model and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bench · selftest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task set on each model · every package's self-checks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agent-one board · init · version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alone · onboard a workspace · build 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9164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694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help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075688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[command] [flags]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      a live session (the default)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      run one ask to its end: run [--json] [--forma…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    resume a session: resume &lt;id&gt; [ask]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  list the sessions of this workspace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the honesty rule and the instrument board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    config show [--yaml] | explain | check | path…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    the memory instrument (status, index, recall,…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toolbox   the toolbox instrument (index, brief, pick, l…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      the ontology (check, project, query)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usage     the usage journal: usage [--session &lt;id&gt;] [--…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bench     a fixed task set on every configured model (m…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selftest  every package's selftest, one @S PASS n checks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      found a workspace here: init [--bench]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board     serve the board without a session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  print the version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help      this list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nothing switched off is ever silent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can be disabled in config — and every disabled one is listed, with the file and line that did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status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off: webfetch — disabled by tools.webfetch.enabled in ~/demo/.agent-one/config.yaml:17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ranks: orchestrator [rankSet: extend] ·  auditor (ephemeral, role judge) ·  coord (ephemeral, role drafter) ·  domain (gate,…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default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 analyst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 judge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 drafter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coord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domain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zone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service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principal-coordinator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principal-domain-owner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auditor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drain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gate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log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bench  vllm/fake/vllm-coder  ~/demo/.agent-one/config.yaml:11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sandbox: bwrap (/usr/bin/bwrap bubblewrap 0.4.0)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compaction: drain · passes pointerize,trimSpent,unsaid,workingNotes,episode,verify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session: off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subagent: off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workspace: ~/demo · agent-one · 1 members · 0 skills · 4 commands · 1 foreign agents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Configuration: everything on, config takes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or JSON · seven layers · every value knows where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.agent-one/config.yaml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openai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baseURL: https://vllm.internal/v1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apiKeyEnv: VLLM_API_KEY   # never a key in a file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analyst: anthropic/claude-haiku-4-5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judge:  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drafter:    anthropic/claude-fable-5-1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kube-pods: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[kubectl, get, pods, -n, "{{ns}}"]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class: outward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text: "Tests pass before a change lands.",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check: "go test ./..."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5166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defaults → ~/.config → project → project-local → env file → env → flags.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explain shows every value with its origin; config patch edits keeping your comments.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YAML: anything it can't parse is an error with file:line — never a silent misparse.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tools: each {{param}} fills one argument — '; rm -rf /' stays a file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rules go to the prompt; rules with a check are enforced by the gate.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endpoint: vLLM, Ollama, OpenRouter — keys from env only.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Memory, native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every agent has. Files are the truth; every index is derived and rebuildable.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— per agent, per task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(measured, never guessed) · working notes (~5 live thoughts) · a semantic cache so the same question costs one search.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474720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— durable, git is the record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log.md · procedural: skills, commands, tools · semantic: the policy, docs, the ownership graph. Recall ranks by meaning, then by relation.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956048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864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— across agents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21808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workspace's shared notes travel with git; machine-shared notes span every workspace on the machine. Undocumented knowledge (policy · team · domain) lands here before a subagent's context dies.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828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memory status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21408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— world-agent-one · as orchestrator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  context @? no Claude Code transcripts for this root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 0 workingNotess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   3 recalls cached, 2 hits  (.agent-one/memor…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 episodic 1 · procedural 0 · semantic 17  (built 202…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 workspace 0 · machine 0 · unsaid policy 0 · team 0 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index older than its sources — 1 changed: .agent-one/log…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4023360"/>
            <a:ext cx="5074920" cy="2240280"/>
          </a:xfrm>
          <a:prstGeom prst="roundRect">
            <a:avLst>
              <a:gd name="adj" fmla="val 4082"/>
            </a:avLst>
          </a:prstGeom>
          <a:solidFill>
            <a:srgbClr val="1020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1605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Compaction = a drain, not a summary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pointerize: file reads become path:lines · hash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trim: finished steps shrink to their journal line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one call: surface the undocumented + write the notes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episode: log what landed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verify: ask kept, gaps kept, pointers resolve — or abort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toolbox: two levels, one budget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can grow without bound; the prompt does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the manifest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gets only the entries that fit the ask and a token budget: name, one line, triggers, path, and the cost of loading it. Skills, commands, tools, agents, MCP servers — all priced.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77647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the load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422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loads a body only when it decides to use it — whole, or one section. Every load is journaled, so status reports what was loaded against what was merely offered.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55955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468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tool? Named, never looped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925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closest alternatives; a need named twice becomes a config diff you approve.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toolbox brief "edit a file and run the tests"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5074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@TOOLS as=orchestrator k=0 cost=0/1500 — level 2 on decision on…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registry empty — nothing under .claude/skills, .opencode/ski…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6634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toolset (max): bash, read/ls/glob/grep, write/edit/multiedit/patch, git, webfetch, websearch, ask, dispatch, recall/remember, toolbox, onto, skill, MCP.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.claude/ and .opencode/ skills, commands and agents as they are.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model routing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ranks are the default; config can add, override, or replace them all (rankSet: replace).</a:t>
            </a:r>
            <a:endParaRPr lang="en-US" sz="1400" dirty="0"/>
          </a:p>
        </p:txBody>
      </p:sp>
      <p:pic>
        <p:nvPicPr>
          <p:cNvPr id="4" name="Image 0" descr="/home/monta/convention-jura/agent-one/portrait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43000" cy="11430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session: plans, decides, dispatches</a:t>
            </a:r>
            <a:endParaRPr lang="en-US" sz="1200" dirty="0"/>
          </a:p>
        </p:txBody>
      </p:sp>
      <p:pic>
        <p:nvPicPr>
          <p:cNvPr id="7" name="Image 1" descr="/home/monta/convention-jura/agent-one/portraits/coordin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1143000" cy="114300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context; routes work across domains</a:t>
            </a:r>
            <a:endParaRPr lang="en-US" sz="1200" dirty="0"/>
          </a:p>
        </p:txBody>
      </p:sp>
      <p:pic>
        <p:nvPicPr>
          <p:cNvPr id="10" name="Image 2" descr="/home/monta/convention-jura/agent-one/portraits/domain-ow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83080"/>
            <a:ext cx="1143000" cy="1143000"/>
          </a:xfrm>
          <a:prstGeom prst="ellipse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726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owner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93726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domain; holds the review gate</a:t>
            </a:r>
            <a:endParaRPr lang="en-US" sz="1200" dirty="0"/>
          </a:p>
        </p:txBody>
      </p:sp>
      <p:pic>
        <p:nvPicPr>
          <p:cNvPr id="13" name="Image 3" descr="/home/monta/convention-jura/agent-one/portraits/zone-wor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1143000" cy="1143000"/>
          </a:xfrm>
          <a:prstGeom prst="ellipse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8745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worker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8745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one zone; authors changes</a:t>
            </a:r>
            <a:endParaRPr lang="en-US" sz="1200" dirty="0"/>
          </a:p>
        </p:txBody>
      </p:sp>
      <p:pic>
        <p:nvPicPr>
          <p:cNvPr id="16" name="Image 4" descr="/home/monta/convention-jura/agent-one/portraits/service-own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46120"/>
            <a:ext cx="1143000" cy="1143000"/>
          </a:xfrm>
          <a:prstGeom prst="ellipse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62356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owner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6235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owner of one subsystem</a:t>
            </a:r>
            <a:endParaRPr lang="en-US" sz="1200" dirty="0"/>
          </a:p>
        </p:txBody>
      </p:sp>
      <p:pic>
        <p:nvPicPr>
          <p:cNvPr id="19" name="Image 5" descr="/home/monta/convention-jura/agent-one/portraits/audi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246120"/>
            <a:ext cx="1143000" cy="1143000"/>
          </a:xfrm>
          <a:prstGeom prst="ellipse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3726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93726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verdicts and the change log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1F6F8B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7724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77724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— facts, file:line   →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29768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7C5CD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452628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452628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— verdicts with evidence   →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04672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BD8C24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27532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Drafter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827532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drafts, the log, notes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session: keep talking while the work runs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subagents run in the background; tokens and cost are an instrument.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2880360"/>
          </a:xfrm>
          <a:prstGeom prst="roundRect">
            <a:avLst>
              <a:gd name="adj" fmla="val 317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agent-one usage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4 calls · 2 sessions · in 5400 (cache read 0, write 0) · out 1…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agent: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orchestrator        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role: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                 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rank: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orchestrator        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model: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vllm/fake/vllm-coder           4 calls  in     5400  out     160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day: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2026-09-26                     4 calls  in     5400  out     160  $…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783080"/>
            <a:ext cx="4983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while a turn runs — your line reaches the agent at its next tool step; Ctrl-C interrupts.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and a status line: every live agent's role, model, state, context %, tokens, cost.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/send &lt;agent&gt; talks to a running ephemeral subagent; its context dies when its report is taken.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journal per call, priced from config; session and subagent budgets stop honestly at the line with a resume command.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session's own calls carry no role — only dispatched agents and routed calls do.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board: the workspace, seen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the binary on localhost · eight pages on the Bootstrap grid · live over SSE · dark and light.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655064"/>
            <a:ext cx="7159752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agent-one-u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086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84464" y="1655064"/>
            <a:ext cx="3136392" cy="459943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agent-one-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21040" y="1691640"/>
            <a:ext cx="3063240" cy="4526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graph, and every value with its origin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page draws who owns what and how knowledge flows; Config shows each value and the layer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11137392" cy="24414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agent-one-team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11064240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" y="4306824"/>
            <a:ext cx="4873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agent-one-config-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343400"/>
            <a:ext cx="4800600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4389120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by rank; typed, coloured links: ground truth up to the gate holder, verdicts up to the coordinator.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node: its neighbours light up, its doc opens beside the graph.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off-list names every disabled feature with the file and line that did it.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promises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measured before each release.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selftest checks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packages, race-clean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fixed: by attack, then by using the releases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53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/ 0.0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smoke: right / wrong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validator attacked the gate, the sandbox, the permission rules, symlinks, secrets and injection — before release. Running the released binaries for this deck found the rest; each fix ships with a regression 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commit: gofmt, vet, race tests, selftest, four builds, GoReleaser check and the Harbor smoke on GitHub's runners.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providers' streaming, caching and fallbacks are tested against local fakes only — not yet live.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under Harbor, in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per task, the agent inside, the task's own tests deciding. Every launch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Harbor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task in its own container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static agent-one, seeds a workspace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--json against any OpenAI-compatible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task's tests: reward 1.0 or 0.0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9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runs.jsonl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record → RESULTS.md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11091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 smoke on every commit: a scripted OpenAI-compatible server stands in for vLLM — right answer must score 1.0, wrong 0.0.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at no API cost: your hosted vLLM, the same tasks, agent-one against OpenCode on the same model.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only with an API key and a hard budget per task (budgets.session.usd).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v0.2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Specified, not built yet.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1F6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anything inside a disposable container; your repo, the network and pushes stay gated. Builds via rootless BuildKit — never the host Docker socket.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9339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registries &amp; proxy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59152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Artifactory, GitLab, Nexus for docker, go, pypi, npm, cargo, maven; corporate proxy and CA everywhere; later a token-injecting egress proxy so no secret enters the container.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93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Workspaces and systems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359152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workspaces are sovereign; systems group workspaces (app · deploy · infra) with typed, learned relations; one hop per level; the dashboard opens on the map.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lands by the ladder: a layer is done only when its own tests pass against mocks of the layer below, and the next layer opens with an integration test of the two.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AGENT-ONE ⋄ POLICIES ENFORCED IN CODE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agent-one/portraits/orchest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109728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3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AGENT-ONE v0.1.2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https://raw.githubusercontent.com/Kaginari/agent-one/main/install.sh | sh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agent-one init   ·   agent-one   ·   agent-one run "…"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linux/macOS · amd64/arm64 · github.com/Kaginari/agent-one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2026-09-26T13:46:00Z</dcterms:created>
  <dcterms:modified xsi:type="dcterms:W3CDTF">2026-09-26T13:46:00Z</dcterms:modified>
</cp:coreProperties>
</file>