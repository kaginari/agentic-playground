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This deck explains the Isekai convention from OpenCode's perspective, since OpenCode is where Minds and Bodies are natively authored. A Claude Code compatibility appendix follows the main content.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Framing slide. The core value proposition: persistence across session boundaries, via disk, not model memory.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ranks, shown with their official portraits from .isekai/portraits/. Rimuru is the only rank excluded from model branding — it's model-agnostic by rule ('the throne does not choose its horse').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Condensed from the Crest. Full text lives in .isekai/isekai.md — this is the memorable nine-breath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.isekai/ skeleton. Same shape whether founded from OpenCode or Claude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OpenCode is where both are natively authored — .opencode/ is the source-of-truth format the canon assumes.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/isekai and /genesis run identically in OpenCode and Claude Code. /don and /mint only make sense from the Claude Code side, since .opencode/ is already the native format.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Instruments are perception, not memory — what the world can check about itself right now, versus what a document claims.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Rimuru is deliberately excluded — the throne's mount is the human's choice, never hardcoded. This table is reference guidance today, not yet wired into /mint's actual minting 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pitch slide. Four advantages, each tied to a Nature: Memory, The gate, Perception, and cross-ecosystem Minds &amp; Bodies.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Appendix, distinctly styled (slate background) to mark it as supplementary to the OpenCode-perspective main deck. The advantage: adopting Isekai isn't a bet on one ecosystem.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Quote lifted directly from isekai.md's own opening.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1051560"/>
            <a:ext cx="12188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⋄</a:t>
            </a:r>
            <a:endParaRPr lang="en-US" sz="4600" dirty="0"/>
          </a:p>
        </p:txBody>
      </p:sp>
      <p:sp>
        <p:nvSpPr>
          <p:cNvPr id="3" name="Text 1"/>
          <p:cNvSpPr txBox="1"/>
          <p:nvPr/>
        </p:nvSpPr>
        <p:spPr>
          <a:xfrm>
            <a:off x="0" y="2148840"/>
            <a:ext cx="12188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spc="600" kern="0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ISEKAI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3429000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Reincarnating a Directory as a Living, Self-Documenting Multi-Agent World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591556" y="4160520"/>
            <a:ext cx="1005840" cy="0"/>
          </a:xfrm>
          <a:prstGeom prst="line">
            <a:avLst/>
          </a:prstGeom>
          <a:noFill/>
          <a:ln w="19050">
            <a:solidFill>
              <a:srgbClr val="BD8C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0" y="43434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OPENCODE-NATIVE CONVENTION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0" y="617220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convention-jura  · 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sessions forget everything. Isekai doesn't.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4206240" cy="3566160"/>
          </a:xfrm>
          <a:prstGeom prst="rect">
            <a:avLst>
              <a:gd name="adj" fmla="val 3077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965960"/>
            <a:ext cx="4206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9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5661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carried into the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session, by default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1828800"/>
            <a:ext cx="633679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AI coding session starts cold.</a:t>
            </a:r>
            <a:endParaRPr lang="en-US" sz="1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re-derives the codebase's shape, re-learns who owns what, and re-discovers the same gotchas the last session already found — because nothing survived the session boundary.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answers this with disk, not memory: a directory that adopts the convention gets a </a:t>
            </a:r>
            <a:pPr indent="0" marL="0">
              <a:buNone/>
            </a:pPr>
            <a:r>
              <a:rPr lang="en-US" sz="14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pPr indent="0" marL="0">
              <a:buNone/>
            </a:pPr>
            <a:r>
              <a:rPr lang="en-US" sz="14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folder holding the world's law, its change log, and the creatures that work in it — so the next session picks up exactly where the last one left off, by reading what's on disk instead of guessing.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Intelligence, distributed across four ranks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4" name="Image 0" descr="/home/monta/convention-jura/.isekai/tmp/pptx-build/icons/portraits/rimu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167128"/>
            <a:ext cx="960120" cy="960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057400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Rimuru — the session agent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2057400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Thinks, decides, orders. A machine-global throne body: one agent, installed once per machine, ruling whichever world it stands in. Works through the Elf by default.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8" name="Image 1" descr="/home/monta/convention-jura/.isekai/tmp/pptx-build/icons/portraits/e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9108" y="2167128"/>
            <a:ext cx="960120" cy="9601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40396" y="205740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Elf — the shared mind &amp; voice</a:t>
            </a:r>
            <a:endParaRPr lang="en-US" sz="1450" dirty="0"/>
          </a:p>
        </p:txBody>
      </p:sp>
      <p:sp>
        <p:nvSpPr>
          <p:cNvPr id="10" name="Text 6"/>
          <p:cNvSpPr txBox="1"/>
          <p:nvPr/>
        </p:nvSpPr>
        <p:spPr>
          <a:xfrm>
            <a:off x="7740396" y="244144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Thinks across domains, routes work to Orcs, and is the one who speaks back up to the human. Every world gets at least one.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2" name="Image 2" descr="/home/monta/convention-jura/.isekai/tmp/pptx-build/icons/portraits/or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4133088"/>
            <a:ext cx="960120" cy="9601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057400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 — the domain ruler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2057400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one domain and holds the gate: verifies the right Slime authored, traits hold, duties done, doc truthful. Nothing lands without its pass.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B2333">
                <a:alpha val="12000"/>
              </a:srgbClr>
            </a:outerShdw>
          </a:effectLst>
        </p:spPr>
      </p:sp>
      <p:pic>
        <p:nvPicPr>
          <p:cNvPr id="16" name="Image 3" descr="/home/monta/convention-jura/.isekai/tmp/pptx-build/icons/portraits/s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9108" y="4133088"/>
            <a:ext cx="960120" cy="9601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740396" y="4023360"/>
            <a:ext cx="36255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Slime — the ground truth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7740396" y="4407408"/>
            <a:ext cx="36255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narrow zone, held deeply. Authors changes there directly — its doc is the one fact anyone trusts about that zone.</a:t>
            </a:r>
            <a:endParaRPr lang="en-US" sz="1050" dirty="0"/>
          </a:p>
        </p:txBody>
      </p:sp>
      <p:sp>
        <p:nvSpPr>
          <p:cNvPr id="19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Natures — the crest, read first, always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874520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Vitality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doc change together, or the doc dies.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67784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0664" y="1874520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0664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053584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Symbiosis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68952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race does exactly its role — no duplication.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95488" y="1691640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8368" y="1874520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7836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781288" y="1828800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Evolution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96656" y="2313432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mistake mutates the genome, at once.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0080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447288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Genesis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born silently — a need is named twice.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67784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3447288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50664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5053584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568952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Thoughts are kept to ~5, distilled, let go.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95488" y="3264408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78368" y="3447288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78368" y="3447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8781288" y="3401568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Swarm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296656" y="3886200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Colonies emerge from observed convergence.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0080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020056"/>
            <a:ext cx="384048" cy="384048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2296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1325880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Containment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841248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Territory flows inward; nothing leaves without consent.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367784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5020056"/>
            <a:ext cx="384048" cy="384048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550664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5053584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Wire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4568952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terse channel between machines; humans get courtesy.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8095488" y="4837176"/>
            <a:ext cx="345338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78368" y="5020056"/>
            <a:ext cx="384048" cy="384048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278368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500" dirty="0"/>
          </a:p>
        </p:txBody>
      </p:sp>
      <p:sp>
        <p:nvSpPr>
          <p:cNvPr id="46" name="Text 44"/>
          <p:cNvSpPr txBox="1"/>
          <p:nvPr/>
        </p:nvSpPr>
        <p:spPr>
          <a:xfrm>
            <a:off x="8781288" y="4974336"/>
            <a:ext cx="2584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</a:t>
            </a:r>
            <a:endParaRPr lang="en-US" sz="1400" dirty="0"/>
          </a:p>
        </p:txBody>
      </p:sp>
      <p:sp>
        <p:nvSpPr>
          <p:cNvPr id="47" name="Text 45"/>
          <p:cNvSpPr txBox="1"/>
          <p:nvPr/>
        </p:nvSpPr>
        <p:spPr>
          <a:xfrm>
            <a:off x="8296656" y="5458968"/>
            <a:ext cx="30510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watches itself — instruments stay lit.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reincarnated world has the same shape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5212080" cy="4023360"/>
          </a:xfrm>
          <a:prstGeom prst="roundRect">
            <a:avLst>
              <a:gd name="adj" fmla="val 2273"/>
            </a:avLst>
          </a:prstGeom>
          <a:solidFill>
            <a:srgbClr val="1218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2011680"/>
            <a:ext cx="46634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.isekai/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isekai.md      the law every creature reads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log.md         append-only change chronicle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portraits/     one image per race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instruments/   the world watching itself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elf/orc/slime/ creatures live here</a:t>
            </a:r>
            <a:endParaRPr lang="en-US" sz="13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ECF1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tmp/           the proving grounds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828800"/>
            <a:ext cx="533095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695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Nine Natures, Principles, Laws, and the gate. Every creature reads it before working; it changes only on the human's order.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7C5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log.md</a:t>
            </a:r>
            <a:pPr indent="0" marL="0">
              <a:spcAft>
                <a:spcPts val="1200"/>
              </a:spcAft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entry per change: task, files, gate verdict, result, what should be remembered. Never edited, only appended to.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founds it: </a:t>
            </a:r>
            <a:pPr indent="0" marL="0">
              <a:buNone/>
            </a:pPr>
            <a:r>
              <a:rPr lang="en-US" sz="13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pPr indent="0" marL="0">
              <a:buNone/>
            </a:pPr>
            <a:r>
              <a:rPr lang="en-US" sz="1300" dirty="0">
                <a:solidFill>
                  <a:srgbClr val="1218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on a fresh reincarnation, it survey-populates the world in the same pass.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 &amp; Bodies — how creatures exist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4" name="Image 0" descr="/home/monta/convention-jura/.isekai/tmp/pptx-build/icons/light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05740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965960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Minds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Reusable, stateless know-how. No memory of its own, does no work alone — a creature dons it for one task, then moves on.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.opencode/skills/&lt;name&gt;/SKILL.md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323076" y="1783080"/>
            <a:ext cx="5225796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pic>
        <p:nvPicPr>
          <p:cNvPr id="8" name="Image 1" descr="/home/monta/convention-jura/.isekai/tmp/pptx-build/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7396" y="2057400"/>
            <a:ext cx="914400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48956" y="2194560"/>
            <a:ext cx="38541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Bodies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6597396" y="3017520"/>
            <a:ext cx="4677156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 that actually runs and holds context. Never minted generic — born already named for the rank it serves: orc-security, slime-auth-zone.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home: </a:t>
            </a:r>
            <a:pPr indent="0" marL="0">
              <a:buNone/>
            </a:pPr>
            <a:r>
              <a:rPr lang="en-US" sz="1150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.opencode/agents/*.md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commands, native to OpenCode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Reincarnates a directory: writes the law, the chronicle, the portraits — then, on a fresh founding, survey-populates it in the same pass.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323076" y="178308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97396" y="198424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C5C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/genesis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7396" y="249631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Scans the code and decides, itself, which Elves, Orcs and Slimes it needs, then births them. Offer-first, never silent.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/don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Mind across from another ecosystem's skill format into this one — a bridge, not a native OpenCode need.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23076" y="3749040"/>
            <a:ext cx="5225796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3E8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97396" y="3950208"/>
            <a:ext cx="46771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B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/mint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597396" y="4462272"/>
            <a:ext cx="46771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Brings a Body across the same way — names it on the way in, never mints one unnamed.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Nature 9 — the world watches itself</a:t>
            </a:r>
            <a:endParaRPr lang="en-US" sz="3000" dirty="0"/>
          </a:p>
        </p:txBody>
      </p:sp>
      <p:pic>
        <p:nvPicPr>
          <p:cNvPr id="3" name="Image 0" descr="/home/monta/convention-jura/.isekai/tmp/pptx-build/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for the whole machine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276344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D8C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∞</a:t>
            </a:r>
            <a:endParaRPr lang="en-US" sz="6000" dirty="0"/>
          </a:p>
        </p:txBody>
      </p:sp>
      <p:sp>
        <p:nvSpPr>
          <p:cNvPr id="7" name="Text 4"/>
          <p:cNvSpPr txBox="1"/>
          <p:nvPr/>
        </p:nvSpPr>
        <p:spPr>
          <a:xfrm>
            <a:off x="4550664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worlds, each at its own /name/ sub-path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912608" y="2834640"/>
            <a:ext cx="363626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7C5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8186928" y="3794760"/>
            <a:ext cx="30876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dashboard, live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4754880"/>
            <a:ext cx="9262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tempest.js — a zero-dependency instrument board. Reads every registered world fresh, per request, and reads real session usage from both OpenCode's own store and Claude Code's transcripts — nothing cached, nothing guessed.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throne, several mounts — model per rank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0879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377440"/>
                <a:gridCol w="569671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Rank / office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Suggested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 Sage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retrieval, terse facts — no judgment, no writes.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reasoning for a verdict — Opus for high-stakes domains.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 · Fable 5.1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prose; Fable specifically when voice is the point.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Elf / Orc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Reasoning-critical gate/coordination work — Opus at scale.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Narrow, well-defined zones — cost efficiency at volume.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Ascended ranks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695B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218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Rare, human-declared, long-lived — scarcity outweighs cost.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run a codebase this way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2695B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73736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 survives the session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213055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session reads what the last one wrote — no re-deriving the same facts twice.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457200" cy="457200"/>
          </a:xfrm>
          <a:prstGeom prst="ellipse">
            <a:avLst/>
          </a:prstGeom>
          <a:solidFill>
            <a:srgbClr val="7C5CD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78892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lands without a gate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318211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Orc verifies the right Slime authored it, traits hold, the doc is truthful — before it counts as done.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931920"/>
            <a:ext cx="457200" cy="457200"/>
          </a:xfrm>
          <a:prstGeom prst="ellipse">
            <a:avLst/>
          </a:prstGeom>
          <a:solidFill>
            <a:srgbClr val="BD8C2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4048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is built in, not bolted 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23367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instrument board, live, across every world on the machine — not a dashboard you have to remember to check.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457200" cy="457200"/>
          </a:xfrm>
          <a:prstGeom prst="ellipse">
            <a:avLst/>
          </a:prstGeom>
          <a:solidFill>
            <a:srgbClr val="8A6BD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892040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18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Portable across ecosystems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285232"/>
            <a:ext cx="10177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Minds and Bodies cross from OpenCode into Claude Code and back — one convention, two mouths.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A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F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D8C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02920"/>
            <a:ext cx="10908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note on Claude Code compatibility</a:t>
            </a:r>
            <a:endParaRPr lang="en-US" sz="3000" dirty="0"/>
          </a:p>
        </p:txBody>
      </p:sp>
      <p:pic>
        <p:nvPicPr>
          <p:cNvPr id="4" name="Image 0" descr="/home/monta/convention-jura/.isekai/tmp/pptx-build/icons/l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48840" y="1828800"/>
            <a:ext cx="93543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was not designed OpenCode-only — </a:t>
            </a:r>
            <a:pPr indent="0" marL="0">
              <a:buNone/>
            </a:pPr>
            <a:r>
              <a:rPr lang="en-US" sz="1400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isekai.md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itself already treats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.opencode/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400" dirty="0">
                <a:solidFill>
                  <a:srgbClr val="2695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.claude/</a:t>
            </a:r>
            <a:pPr indent="0" marL="0">
              <a:buNone/>
            </a:pPr>
            <a:r>
              <a:rPr lang="en-US" sz="1400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two coexisting homes for the same Minds and Bodies.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/don and /mint bridge the gap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Claude-Code-only commands that port a Mind or Body from .opencode/ into .claude/skills/ or .claude/agents/ — a straight copy, since both ecosystems speak the same open Agent Skills format.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6323076" y="32461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/isekai and /genesis run identically in both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323076" y="36301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world document, same population logic, either side — a world founded from OpenCode looks no different from one founded in Claude Code.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 proof, not just a claim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palette-audit, a Mind built during this convention's own development, ships byte-identical in both .opencode/skills/ and .claude/skills/ right now.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6323076" y="4846320"/>
            <a:ext cx="52257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695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tempest.js reads both ecosystems' usage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6323076" y="5230368"/>
            <a:ext cx="52257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 board reports real session activity from OpenCode's own store and Claude Code's own transcripts, side by side, on the same dashboard.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onta/convention-jura/.isekai/tmp/pptx-build/icons/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45836" y="10515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2514600"/>
            <a:ext cx="12188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Reincarnate any directory. One command.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0" y="30632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BD8C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/isekai</a:t>
            </a:r>
            <a:endParaRPr lang="en-US" sz="5600" dirty="0"/>
          </a:p>
        </p:txBody>
      </p:sp>
      <p:sp>
        <p:nvSpPr>
          <p:cNvPr id="5" name="Text 2"/>
          <p:cNvSpPr txBox="1"/>
          <p:nvPr/>
        </p:nvSpPr>
        <p:spPr>
          <a:xfrm>
            <a:off x="1645920" y="4297680"/>
            <a:ext cx="88971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world remembers in documents, because sessions forget.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ECF1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watches itself through instruments, because memory alone cannot see stress.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ISEKAI ⋄ A CONVENTION FOR LIVING WORLDS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2026-09-20T19:31:27Z</dcterms:created>
  <dcterms:modified xsi:type="dcterms:W3CDTF">2026-09-20T19:31:27Z</dcterms:modified>
</cp:coreProperties>
</file>