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Tuned by what each task actually demands, not by rank prestige: narrow scope (Slime) is not the same as low judgment, since a Slime authors real changes — retuned from Haiku to Sonnet 5 default accordingly.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OPENCODE-NATIVE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54880"/>
            <a:ext cx="9262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Fable specifically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 / 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gate/coordination work — Opus at scale.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real changes — narrow scope, not low judgment. Haiku only for mechanical zones.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judgment over an archive, or the last systemic check — task-driven, not just rarity.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 across ecosystems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two mouths.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2026-09-20T19:40:06Z</dcterms:created>
  <dcterms:modified xsi:type="dcterms:W3CDTF">2026-09-20T19:40:06Z</dcterms:modified>
</cp:coreProperties>
</file>