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previous slide: one real biological phenomenon per Nature, chosen for the closest structural match, not just the name. Vitality = the G2/M checkpoint + p53-triggered apoptosis (change and record land together, or the cell is sacrificed — the convention's 'stale slime' verdict). Symbiosis = lichen (and, for the 'merge' verdict, endosymbiosis: mitochondria were once free-living bacteria). Evolution = CRISPR-Cas: the mistake literally mutates the genome, and the spacer is inherited by every daughter cell. Genesis = quorum sensing, e.g. Vibrio fischeri lighting up only at high density in the bobtail squid's light organ — 'one naming is an observation, two is a pattern'. Memory = hippocampal-neocortical consolidation; working memory itself holds only ~4 chunks (Cowan), the convention's '~5 thoughts'. Swarm = Dictyostelium discoideum — a slime that forms a colony only on observed convergence, apt for a convention whose ground-truth creatures are Slimes. Containment = the blood-brain barrier, a barrier that is structure rather than policy. The Wire = von Frisch's waggle dance: 'point, don't carry' and 'fix the schema' in one behaviour. Perception = proprioception; Ian Waterman's deafferentation case is the 'silent instrument is itself a finding' example. Icons are Font Awesome glyphs built locally (make_icons.js), not photos — Nature 7 forbids fetching from the network without the human's agreement.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Nature 5 is the biology (hippocampal buffer, sleep consolidation, cleared traces); this is where each memory lives. Short → distilled → long; shared is the bus between bodies. The DB tier, when a world needs it, is the same boundary with a bigger engine — see canon/memory-tiers.md.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kinds are the human's own (institutional / tribal / domain context), renamed into the world's vocabulary — Law, Colony, Territory — with the definitions kept exact. Colony is the kind the principle is really about: it is where the world's real knowledge leaks.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fits: the dispatch seam. Rimuru dispatching a Court Body is a loop run; the Elf's routing is the plan file; the Orc's gate is the verify beat plus the human gate above it for anything outward or destructive.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law's own sentence — 'loading is already two-tiered' — made an instrument and extended past Minds to commands, tools, Bodies and externals. In Claude Code level 2 is the Skill / ToolSearch by name; in OpenCode it is loading the skill; for a scripted Court Body it is toolbox.js load. The loop runs a pick before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 The bottom row is field-tested, not illustrative: OpenCode was actually installed and run on the machine this deck was built on, the 842M figure is the real, corrected total after fixing a Claude Code input-token undercount, and the 3 bugs (Claude cache-token undercount, a silent node:sqlite failure, and an OpenCode cache-token undercount) were each caught by an actual deterministic test script (.isekai/tools/test-opencode-integration.js), not by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sequence, grounded in a real fix from this session rather than a hypothetical. Context flows down (Rimuru -&gt; Elf -&gt; Orc -&gt; Slime); the gate (Orc + Raphael) is what stands between a Slime's change and it landing. Ciel's journaling step runs on Sonnet 5, its own floor -- the deterministic-script principle still applies, but only to inputs mechanical enough to bypass the Ciel office entirely (a raw field append with no prose); the moment Ciel itself is actually dispatched, its tier never drops below Raphael's, per the canon's own Great Sage -&gt; Raphael -&gt; Ciel evolutionary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answer to: can a Slime escalate past its own ceiling? Yes -- Absolute Rule III, named 'Confirmation and Escalation'. Verified this section is actually present and correctly readable by testing it live: asked a free, non-Claude OpenCode model (nemotron-3.5-lightning-free) to read isekai.md's Rule III cold and explain the escalation chain -- it correctly answered 'asks its immediate parent, never skipping a rank' without prompting, confirming the doc itself is the mechanism, not something Claude-specific.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Real, honest empirical test -- logged in .isekai/log.md 2026-09-20. Deliberately keeps the negative/mixed finding (cost went up, not down) rather than only reporting the correctness win, per this convention's own Nature 9 (Perception: compute it, don't eyeball it) and Nature 3 (Evolution: a finding that complicates the pitch still gets recorded, not filtered 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CROSS-HARNESS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presentations/src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presentations/src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presentations/src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presentations/src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as nature already does them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law is borrowed from a real phenomenon. The convention didn't invent these rules; biology did.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5" name="Image 0" descr="/home/monta/convention-jura/presentations/src/icons/natures/01-vitality-dna-check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73936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99032" y="1737360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Vitality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399032" y="1938528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DNA checkpoints &amp; apoptosis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322576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never divides before its genome is fully copied and repaired; a copy that can't be repaired triggers apoptosis — the cell removes itself rather than pass on a stale record.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367784" y="1627632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10" name="Image 1" descr="/home/monta/convention-jura/presentations/src/icons/natures/02-symbiosis-lich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376" y="1773936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26736" y="1737360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Symbiosis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5126736" y="1938528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Lichen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32376" y="2322576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fungus builds the body, holds water and mines minerals; an alga or cyanobacterium photosynthesizes and feeds both. Neither does the other's job, and together they live on bare rock.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8095488" y="1627632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15" name="Image 2" descr="/home/monta/convention-jura/presentations/src/icons/natures/03-evolution-crisp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80" y="1773936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54440" y="1737360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Evolution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854440" y="1938528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CRISPR–Cas immunity in bacteria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260080" y="2322576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bacterium that survives a phage stores a snippet of the invader's DNA in its own genome — at once. The next time that phage comes, Cas proteins cut it. The same mistake never repeats.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40080" y="3200400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20" name="Image 3" descr="/home/monta/convention-jura/presentations/src/icons/natures/04-genesis-quorum-sens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346704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99032" y="3310128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Genesis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399032" y="3511296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Quorum sensing (Vibrio fischeri)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804672" y="3895344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secretes a signal molecule; one cell's is noise. Only when the signal crosses a threshold — many cells naming the same need — does the colony switch on bioluminescence.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4367784" y="3200400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25" name="Image 4" descr="/home/monta/convention-jura/presentations/src/icons/natures/05-memory-sleep-consolid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376" y="3346704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126736" y="3310128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Memory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5126736" y="3511296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Sleep-dependent consolidation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32376" y="3895344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hippocampus holds the day in a small buffer, replays it to the neocortex during slow-wave sleep, which distils it into durable schemas, then clears the buffer. Analysis up, wisdom down.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8095488" y="3200400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30" name="Image 5" descr="/home/monta/convention-jura/presentations/src/icons/natures/06-swarm-slime-m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0080" y="3346704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4440" y="3310128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Swarm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8854440" y="3511296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Dictyostelium slime mold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260080" y="3895344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amoebae live alone while food lasts. When it runs out they pulse cAMP, converge into one migrating slug, fruit, and disperse. Nobody declares the colony; it emerges and dissolves.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640080" y="4773168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35" name="Image 6" descr="/home/monta/convention-jura/presentations/src/icons/natures/07-containment-blood-brain-barri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4919472"/>
            <a:ext cx="457200" cy="4572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399032" y="4882896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Containment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399032" y="5084064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blood–brain barrier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804672" y="5468112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junctions seal the brain's capillaries: nothing crosses by default. What the brain needs passes only through specific gated transporters. Consent is the tissue's shape, not a checklist.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4367784" y="4773168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0" name="Image 7" descr="/home/monta/convention-jura/presentations/src/icons/natures/08-the-wire-waggle-d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2376" y="4919472"/>
            <a:ext cx="457200" cy="4572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126736" y="4882896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The Wire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5126736" y="5084064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honeybee waggle dance</a:t>
            </a:r>
            <a:endParaRPr lang="en-US" sz="1250" dirty="0"/>
          </a:p>
        </p:txBody>
      </p:sp>
      <p:sp>
        <p:nvSpPr>
          <p:cNvPr id="43" name="Text 33"/>
          <p:cNvSpPr txBox="1"/>
          <p:nvPr/>
        </p:nvSpPr>
        <p:spPr>
          <a:xfrm>
            <a:off x="4532376" y="5468112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forager doesn't carry the field home — she points to it in a fixed schema: run angle = direction from the sun, run duration = distance. Known field order, so the field names disappear.</a:t>
            </a:r>
            <a:endParaRPr lang="en-US" sz="850" dirty="0"/>
          </a:p>
        </p:txBody>
      </p:sp>
      <p:sp>
        <p:nvSpPr>
          <p:cNvPr id="44" name="Shape 34"/>
          <p:cNvSpPr/>
          <p:nvPr/>
        </p:nvSpPr>
        <p:spPr>
          <a:xfrm>
            <a:off x="8095488" y="4773168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5" name="Image 8" descr="/home/monta/convention-jura/presentations/src/icons/natures/09-perception-propriocep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0080" y="4919472"/>
            <a:ext cx="457200" cy="45720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854440" y="4882896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Perception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8854440" y="5084064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Proprioception</a:t>
            </a:r>
            <a:endParaRPr lang="en-US" sz="1250" dirty="0"/>
          </a:p>
        </p:txBody>
      </p:sp>
      <p:sp>
        <p:nvSpPr>
          <p:cNvPr id="48" name="Text 37"/>
          <p:cNvSpPr txBox="1"/>
          <p:nvPr/>
        </p:nvSpPr>
        <p:spPr>
          <a:xfrm>
            <a:off x="8260080" y="5468112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 spindles and tendon organs measure the body's own stretch and tension continuously; position is read, never guessed. When that instrument goes silent, every move must be checked by eye.</a:t>
            </a:r>
            <a:endParaRPr lang="en-US" sz="850" dirty="0"/>
          </a:p>
        </p:txBody>
      </p:sp>
      <p:sp>
        <p:nvSpPr>
          <p:cNvPr id="49" name="Text 3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presentations/src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presentations/src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memories — one shape for every creature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392424" cy="370332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3392424" cy="82296"/>
          </a:xfrm>
          <a:prstGeom prst="rect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500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body, per task — dies with the session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80360"/>
            <a:ext cx="28437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context — measured, never felt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~5-thought desk on the worn Mind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recalls keyed by meaning; local, disposable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8264" y="1600200"/>
            <a:ext cx="3392424" cy="370332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98264" y="1600200"/>
            <a:ext cx="3392424" cy="82296"/>
          </a:xfrm>
          <a:prstGeom prst="rect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2584" y="187452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3500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— files are the truth, git is the record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880360"/>
            <a:ext cx="28437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— log.md, one memory per entry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— Minds, commands, tools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true — the law, creature docs, canon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6448" y="1600200"/>
            <a:ext cx="3392424" cy="370332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6448" y="1600200"/>
            <a:ext cx="3392424" cy="82296"/>
          </a:xfrm>
          <a:prstGeom prst="rect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30768" y="187452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3500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bodies, across worlds — append-only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2880360"/>
            <a:ext cx="28437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.isekai/memory/shared — travels by git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~/.isekai/shared — one Rimuru, every world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outlive a Court Body goes here first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406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are the truth; every index is derived and rebuildable. </a:t>
            </a:r>
            <a:pPr indent="0" marL="0">
              <a:buNone/>
            </a:pPr>
            <a:r>
              <a:rPr lang="en-US" sz="12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memory.js</a:t>
            </a:r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indexes them, recalls by meaning then by relation (the same typed bonds the colony draws), and reports each tier as an instrument reading — a silent tier is a finding, not a gap to route around.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unsaid is your real knowledge.”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creature wrote down is the smaller part of what it knows. The larger part sits in the head that did the work — and a head in this world is a context that dies.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392424" cy="2743200"/>
          </a:xfrm>
          <a:prstGeom prst="roundRect">
            <a:avLst>
              <a:gd name="adj" fmla="val 3333"/>
            </a:avLst>
          </a:prstGeom>
          <a:solidFill>
            <a:srgbClr val="171F30"/>
          </a:solidFill>
          <a:ln w="12700">
            <a:solidFill>
              <a:srgbClr val="2695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67004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72384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knowledge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rules, definitions and decisions the isekai runs on.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how data is modelled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Home: semantic long memory — the law, canon, creature docs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98264" y="2468880"/>
            <a:ext cx="3392424" cy="2743200"/>
          </a:xfrm>
          <a:prstGeom prst="roundRect">
            <a:avLst>
              <a:gd name="adj" fmla="val 3333"/>
            </a:avLst>
          </a:prstGeom>
          <a:solidFill>
            <a:srgbClr val="171F30"/>
          </a:solidFill>
          <a:ln w="12700">
            <a:solidFill>
              <a:srgbClr val="BD8C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72584" y="267004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Colony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3072384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3429000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colony knows but rarely writes down anywhere.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how queries are executed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Home: the unwritten — desks, shared notes, what Court Bodies carry and lose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6448" y="2468880"/>
            <a:ext cx="3392424" cy="2743200"/>
          </a:xfrm>
          <a:prstGeom prst="roundRect">
            <a:avLst>
              <a:gd name="adj" fmla="val 3333"/>
            </a:avLst>
          </a:prstGeom>
          <a:solidFill>
            <a:srgbClr val="171F30"/>
          </a:solidFill>
          <a:ln w="12700">
            <a:solidFill>
              <a:srgbClr val="7C5C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30768" y="267004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Territory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3072384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context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30768" y="3429000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and entities actually mean in your territory.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metadata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Home: the Slime's own doc — the zone's ground truth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94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wire: </a:t>
            </a:r>
            <a:pPr indent="0" marL="0">
              <a:buNone/>
            </a:pPr>
            <a:r>
              <a:rPr lang="en-US" sz="12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 &lt;kind&gt; …</a:t>
            </a:r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piece of knowledge that was in the worker's head and nowhere on disk. A Court Body's report with no @U line either had nothing unsaid or failed its duty; the dispatcher may ask with </a:t>
            </a:r>
            <a:pPr indent="0" marL="0">
              <a:buNone/>
            </a:pPr>
            <a:r>
              <a:rPr lang="en-US" sz="12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@ASK … +unsaid</a:t>
            </a:r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Surface it before the context dies, before the gate verdict, before the distill wave.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 — six beats a Court Body runs on its own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680972" cy="1965960"/>
          </a:xfrm>
          <a:prstGeom prst="roundRect">
            <a:avLst>
              <a:gd name="adj" fmla="val 544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347472" cy="347472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810512"/>
            <a:ext cx="949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13152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instruments: steps left, wall clock, context window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02764" y="242316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85644" y="1645920"/>
            <a:ext cx="1680972" cy="1965960"/>
          </a:xfrm>
          <a:prstGeom prst="roundRect">
            <a:avLst>
              <a:gd name="adj" fmla="val 544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68524" y="1828800"/>
            <a:ext cx="347472" cy="347472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68524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07436" y="1810512"/>
            <a:ext cx="949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668524" y="2304288"/>
            <a:ext cx="13152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memory by the step's question; carry anchors, not payloads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148328" y="242316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31208" y="1645920"/>
            <a:ext cx="1680972" cy="1965960"/>
          </a:xfrm>
          <a:prstGeom prst="roundRect">
            <a:avLst>
              <a:gd name="adj" fmla="val 544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14088" y="1828800"/>
            <a:ext cx="347472" cy="347472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14088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953000" y="1810512"/>
            <a:ext cx="949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14088" y="2304288"/>
            <a:ext cx="13152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step, one class: read · write · outward · destructive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993892" y="242316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176772" y="1645920"/>
            <a:ext cx="1680972" cy="1965960"/>
          </a:xfrm>
          <a:prstGeom prst="roundRect">
            <a:avLst>
              <a:gd name="adj" fmla="val 544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9652" y="1828800"/>
            <a:ext cx="347472" cy="347472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9652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798564" y="1810512"/>
            <a:ext cx="949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59652" y="2304288"/>
            <a:ext cx="13152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outward and destructive pass the human gate first — never auto-approved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839456" y="242316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22336" y="1645920"/>
            <a:ext cx="1680972" cy="1965960"/>
          </a:xfrm>
          <a:prstGeom prst="roundRect">
            <a:avLst>
              <a:gd name="adj" fmla="val 544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05216" y="1828800"/>
            <a:ext cx="347472" cy="347472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05216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44128" y="1810512"/>
            <a:ext cx="949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05216" y="2304288"/>
            <a:ext cx="13152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reading; a failed verify is a failed act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685020" y="242316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867900" y="1645920"/>
            <a:ext cx="1680972" cy="1965960"/>
          </a:xfrm>
          <a:prstGeom prst="roundRect">
            <a:avLst>
              <a:gd name="adj" fmla="val 544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50780" y="1828800"/>
            <a:ext cx="347472" cy="347472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5078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489692" y="1810512"/>
            <a:ext cx="949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050780" y="2304288"/>
            <a:ext cx="13152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the beat; land what was learned as a shared note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" y="3886200"/>
            <a:ext cx="54864" cy="1828800"/>
          </a:xfrm>
          <a:prstGeom prst="rect">
            <a:avLst/>
          </a:prstGeom>
          <a:solidFill>
            <a:srgbClr val="2695B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68680" y="388620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Autonomy, bounded by readings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868680" y="4297680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— steps, minutes, context tokens — are read from instruments before every step, never felt. Past any of them the run checkpoints and stops honestly.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398264" y="3886200"/>
            <a:ext cx="54864" cy="1828800"/>
          </a:xfrm>
          <a:prstGeom prst="rect">
            <a:avLst/>
          </a:prstGeom>
          <a:solidFill>
            <a:srgbClr val="7C5C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26864" y="388620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recovers, then escalates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4626864" y="4297680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beat is journaled; a crashed or cleared run resumes from its journal. Retries are bounded; past them the run ends with @? to its dispatcher — never a guess, never forever.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56448" y="3886200"/>
            <a:ext cx="54864" cy="1828800"/>
          </a:xfrm>
          <a:prstGeom prst="rect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385048" y="388620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for side effects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8385048" y="4297680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Outward (network, other repos, git push) and destructive (rm, reset) steps need a real answer: a TTY y/N, an explicit pre-approval, or a dry run that only says what it would ask. An interrupted outward act is gated again, not replayed.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5806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and protocol, one shape.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loop.js run &lt;plan&gt; --as &lt;body&gt;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drives a scripted plan; an LLM-driven body follows the same six beats by hand, and there the gate is the host's own permission prompt — never worked around.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toolbox — a big registry, a small prompt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that fit the turn are injected — as pointers with known costs, never as bodies. The registry may grow without bound; the prompt does not.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2424" cy="2788920"/>
          </a:xfrm>
          <a:prstGeom prst="roundRect">
            <a:avLst>
              <a:gd name="adj" fmla="val 3279"/>
            </a:avLst>
          </a:prstGeom>
          <a:solidFill>
            <a:srgbClr val="171F30"/>
          </a:solidFill>
          <a:ln w="12700">
            <a:solidFill>
              <a:srgbClr val="2695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5856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60904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derived, never hand-kept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Mind, command, world tool, Body and named external — harvested from the world, each entry priced before injection: resident cost (its one-line description) and full cost (its body).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31546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FB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98264" y="2057400"/>
            <a:ext cx="3392424" cy="2788920"/>
          </a:xfrm>
          <a:prstGeom prst="roundRect">
            <a:avLst>
              <a:gd name="adj" fmla="val 3279"/>
            </a:avLst>
          </a:prstGeom>
          <a:solidFill>
            <a:srgbClr val="171F30"/>
          </a:solidFill>
          <a:ln w="12700">
            <a:solidFill>
              <a:srgbClr val="BD8C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2584" y="225856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— manifest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660904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resident, per turn, budgeted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3017520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turn's ask is ranked against the registry by trigger, meaning and relation; the picks fill a token budget (1,500 by default). What the body receives: names, one-liners, paths, and the cost of level 2 — the way a skill's frontmatter already sits in context.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45552" y="31546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FB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156448" y="2057400"/>
            <a:ext cx="3392424" cy="2788920"/>
          </a:xfrm>
          <a:prstGeom prst="roundRect">
            <a:avLst>
              <a:gd name="adj" fmla="val 3279"/>
            </a:avLst>
          </a:prstGeom>
          <a:solidFill>
            <a:srgbClr val="171F30"/>
          </a:solidFill>
          <a:ln w="12700">
            <a:solidFill>
              <a:srgbClr val="7C5C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30768" y="225856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 — load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660904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body's own decision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017520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 body decides to use a tool does it pull the full SKILL.md — whole, or one section by anchor. Every load is journaled, so status reports what was loaded against what was merely offered.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6154"/>
            </a:avLst>
          </a:prstGeom>
          <a:solidFill>
            <a:srgbClr val="0D1424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52120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@TOOLS as=slime-auth k=2 cost=203/1500 — level 2 on decision only: toolbox.js load &lt;name&gt; [--sec N]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 mind tdd — .opencode/skills/tdd/SKILL.md — 95tok (load≈842) — trigger “test”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 mind code-review — .opencode/skills/code-review/SKILL.md — 108tok (load≈1648) — meaning 0.42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presentations/src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09160"/>
            <a:ext cx="9262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194560" y="5532120"/>
            <a:ext cx="7799832" cy="0"/>
          </a:xfrm>
          <a:prstGeom prst="line">
            <a:avLst/>
          </a:prstGeom>
          <a:noFill/>
          <a:ln w="12700">
            <a:solidFill>
              <a:srgbClr val="1A24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1.18.31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installed + run live here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276344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842M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504944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input tokens correctly counted (was 0.0M — undercount found by testing)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912608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141208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 by an actual test script, not assumed away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default; Opus for conflict; Fable for the outward voice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 work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Harness-agnostic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any coding harness, not a plugin bound to one vendor.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fix, start to finish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hypothetical — this is how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slime-db-role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— a raw collection delete where every sibling used the proper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— actually got fixed, found by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 --depth deep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git archaeology.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1965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81051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scope with the human, routes the fix down.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2866644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0088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00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460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43687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domain, nothing to arbitrate — routes straight to the Orc.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27248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0723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063240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Great Sage for recon (read-wide, terse facts: every raw-delete / dropRole site), then the owning Slime.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4119372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53612"/>
            <a:ext cx="365760" cy="36576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536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6987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89604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its own territory, mirrors dropRole the way Delete and the sibling resource already do — updates its own doc's Traits in the same change.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3251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4315968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Raphael for the gate verdict: file:line evidence, right Slime authored, traits hold, doc truthful.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2960" y="537210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06340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006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95147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606040" y="494233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PASSes with evidence — lands the change, records the verdict.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563270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77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 + Elf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06040" y="556869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Ciel journals it in log.md — Sonnet 5, its own floor: turning facts into house-format prose is voice work, never below Raphael's tier. Elf reports back to the human, one line, full courtesy.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rank hits its ceiling: escalate, never guess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Rule III —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Confirmation and Escalation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Escalation moves by rank, one hop at a time — never skipping a level, never a handoff of the work itself, and it never guesses past confusion.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32104" y="230428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2024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65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84708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something it can't resolve at its own level: a request it can't parse, a doc that contradicts the code, an instrument reading it can't explain. Asks its immediate parent — never further up, never sideways.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2104" y="308152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642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62432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Orc is also stuck, it escalates again in turn — the same question, one hop further, not a rewrite of the problem.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104" y="385876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4747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19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0156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cross-domain judgment lands here — per the model table, this is where Elf steps up to Opus 5 for real arbitration, not routine coordination.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2104" y="463600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197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17880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even the Elf can't resolve it, Rimuru is asked to bring it to Veldora directly — the one siphon that never narrows, in full human courtesy.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974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Veldora (the human)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495604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or clarifies. Rimuru carries the resolved answer back down the same chain it came up.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70448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is about rank, not model — Fable 5.1 is only the Elf/Ciel office's voice-drafting model choice (model table), not an escalation step of its own.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actually help? We measured it.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isolated Claude Code sessions (Sonnet 5) fixed the same real, documented bug in terraform-provider-mongodb -- 3 with .isekai/ present, 3 with it stripped entirely. Not a pitch: a controlled comparison, graded against objective pass/fail criteria.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the codebase's own canonical fix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0/3 without -- which all settled for a narrower, incomplete patch despite the correct pattern sitting 20 lines away in the same file.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28744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57344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~3x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cost, not lower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$0.49 avg vs $0.17 avg per trial. The overhead is real: turns spent reading world docs, some irrelevant to the specific task.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17408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46008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3.35x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446008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held across a 2nd chained task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46008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 second real task in the same sessions (claude -c). Caching cut everyone's marginal cost vs. a cold start -- but the with/without ratio didn't shrink.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578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</a:t>
            </a:r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decisions, not cheaper ones -- at least not within one small session on an 862-line codebase. The savings case this convention actually makes (skipping expensive cold exploration) needs a larger codebase or separate sessions over time to show up; this test doesn't have either, and says so.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presentations/src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presentations/src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2026-09-21T23:39:32Z</dcterms:created>
  <dcterms:modified xsi:type="dcterms:W3CDTF">2026-09-21T23:39:32Z</dcterms:modified>
</cp:coreProperties>
</file>