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 The bottom row is field-tested, not illustrative: OpenCode was actually installed and run on the machine this deck was built on, the 842M figure is the real, corrected total after fixing a Claude Code input-token undercount, and the 3 bugs (Claude cache-token undercount, a silent node:sqlite failure, and an OpenCode cache-token undercount) were each caught by an actual deterministic test script (.isekai/tools/test-opencode-integration.js), not by inspection.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Ciel was the only office with no Opus escalation path at all; added one for heavy-synthesis pieces (a session report weaving many threads), kept separate from the Fable axis (voice-consistency specifically).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sequence, grounded in a real fix from this session rather than a hypothetical. Context flows down (Rimuru -&gt; Elf -&gt; Orc -&gt; Slime); the gate (Orc + Raphael) is what stands between a Slime's change and it landing. Ciel's journaling step runs on Sonnet 5, its own floor -- the deterministic-script principle still applies, but only to inputs mechanical enough to bypass the Ciel office entirely (a raw field append with no prose); the moment Ciel itself is actually dispatched, its tier never drops below Raphael's, per the canon's own Great Sage -&gt; Raphael -&gt; Ciel evolutionary ordering.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 answer to: can a Slime escalate past its own ceiling? Yes -- Absolute Rule III, named 'Confirmation and Escalation'. Verified this section is actually present and correctly readable by testing it live: asked a free, non-Claude OpenCode model (nemotron-3.5-lightning-free) to read isekai.md's Rule III cold and explain the escalation chain -- it correctly answered 'asks its immediate parent, never skipping a rank' without prompting, confirming the doc itself is the mechanism, not something Claude-specific.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Real, honest empirical test -- logged in .isekai/log.md 2026-09-20. Deliberately keeps the negative/mixed finding (cost went up, not down) rather than only reporting the correctness win, per this convention's own Nature 9 (Perception: compute it, don't eyeball it) and Nature 3 (Evolution: a finding that complicates the pitch still gets recorded, not filtered 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CROSS-HARNESS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09160"/>
            <a:ext cx="9262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194560" y="5532120"/>
            <a:ext cx="7799832" cy="0"/>
          </a:xfrm>
          <a:prstGeom prst="line">
            <a:avLst/>
          </a:prstGeom>
          <a:noFill/>
          <a:ln w="12700">
            <a:solidFill>
              <a:srgbClr val="1A243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1.18.31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installed + run live here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276344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842M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504944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input tokens correctly counted (was 0.0M — undercount found by testing)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912608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141208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 by an actual test script, not assumed away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Opus for heavy synthesis; Fable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default; Opus for conflict; Fable for the outward voice itself.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 work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Harness-agnostic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any coding harness, not a plugin bound to one vendor.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fix, start to finish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hypothetical — this is how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slime-db-role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— a raw collection delete where every sibling used the proper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— actually got fixed, found by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 --depth deep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git archaeology.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1965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81051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scope with the human, routes the fix down.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822960" y="2866644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0088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00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460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43687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domain, nothing to arbitrate — routes straight to the Orc.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27248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07238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063240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Great Sage for recon (read-wide, terse facts: every raw-delete / dropRole site), then the owning Slime.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4119372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53612"/>
            <a:ext cx="365760" cy="36576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536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6987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3689604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its own territory, mirrors dropRole the way Delete and the sibling resource already do — updates its own doc's Traits in the same change.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22960" y="4745736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3251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4315968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Raphael for the gate verdict: file:line evidence, right Slime authored, traits hold, doc truthful.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22960" y="537210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006340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5006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495147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606040" y="494233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PASSes with evidence — lands the change, records the verdict.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563270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5632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77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 + Elf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606040" y="556869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Ciel journals it in log.md — Sonnet 5, its own floor: turning facts into house-format prose is voice work, never below Raphael's tier. Elf reports back to the human, one line, full courtesy.</a:t>
            </a:r>
            <a:endParaRPr lang="en-US" sz="108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rank hits its ceiling: escalate, never guess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Rule III —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Confirmation and Escalation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Escalation moves by rank, one hop at a time — never skipping a level, never a handoff of the work itself, and it never guesses past confusion.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32104" y="230428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2024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65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84708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something it can't resolve at its own level: a request it can't parse, a doc that contradicts the code, an instrument reading it can't explain. Asks its immediate parent — never further up, never sideways.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2104" y="308152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642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62432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Orc is also stuck, it escalates again in turn — the same question, one hop further, not a rewrite of the problem.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104" y="385876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4747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419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0156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cross-domain judgment lands here — per the model table, this is where Elf steps up to Opus 5 for real arbitration, not routine coordination.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2104" y="463600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251960"/>
            <a:ext cx="384048" cy="384048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197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17880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even the Elf can't resolve it, Rimuru is asked to bring it to Veldora directly — the one siphon that never narrows, in full human courtesy.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974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Veldora (the human)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495604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or clarifies. Rimuru carries the resolved answer back down the same chain it came up.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70448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is about rank, not model — Fable 5.1 is only the Elf/Ciel office's voice-drafting model choice (model table), not an escalation step of its own.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actually help? We measured it.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isolated Claude Code sessions (Sonnet 5) fixed the same real, documented bug in terraform-provider-mongodb -- 3 with .isekai/ present, 3 with it stripped entirely. Not a pitch: a controlled comparison, graded against objective pass/fail criteria.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the codebase's own canonical fix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0/3 without -- which all settled for a narrower, incomplete patch despite the correct pattern sitting 20 lines away in the same file.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28744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57344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~3x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cost, not lower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$0.49 avg vs $0.17 avg per trial. The overhead is real: turns spent reading world docs, some irrelevant to the specific task.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17408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46008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3.35x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446008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held across a 2nd chained task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46008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a second real task in the same sessions (claude -c). Caching cut everyone's marginal cost vs. a cold start -- but the with/without ratio didn't shrink.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2578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</a:t>
            </a:r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decisions, not cheaper ones -- at least not within one small session on an 862-line codebase. The savings case this convention actually makes (skipping expensive cold exploration) needs a larger codebase or separate sessions over time to show up; this test doesn't have either, and says so.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2026-09-20T20:52:50Z</dcterms:created>
  <dcterms:modified xsi:type="dcterms:W3CDTF">2026-09-20T20:52:50Z</dcterms:modified>
</cp:coreProperties>
</file>