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 The bottom row is field-tested, not illustrative: OpenCode was actually installed and run on the machine this deck was built on, the 842M figure is the real, corrected total after fixing a Claude Code input-token undercount, and the 3 bugs (Claude cache-token undercount, a silent node:sqlite failure, and an OpenCode cache-token undercount) were each caught by an actual deterministic test script (.isekai/tools/test-opencode-integration.js), not by inspection.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sequence, grounded in a real fix from this session rather than a hypothetical. Context flows down (Rimuru -&gt; Elf -&gt; Orc -&gt; Slime); the gate (Orc + Raphael) is what stands between a Slime's change and it landing. Ciel's journaling step runs on Sonnet 5, its own floor -- the deterministic-script principle still applies, but only to inputs mechanical enough to bypass the Ciel office entirely (a raw field append with no prose); the moment Ciel itself is actually dispatched, its tier never drops below Raphael's, per the canon's own Great Sage -&gt; Raphael -&gt; Ciel evolutionary ordering.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CROSS-HARNESS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09160"/>
            <a:ext cx="9262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194560" y="5532120"/>
            <a:ext cx="7799832" cy="0"/>
          </a:xfrm>
          <a:prstGeom prst="line">
            <a:avLst/>
          </a:prstGeom>
          <a:noFill/>
          <a:ln w="12700">
            <a:solidFill>
              <a:srgbClr val="1A243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1.18.31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installed + run live here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276344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842M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504944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input tokens correctly counted (was 0.0M — undercount found by testing)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912608" y="5669280"/>
            <a:ext cx="3636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141208" y="6053328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found and fixed by an actual test script, not assumed away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 default; Opus for conflict; Fable for the outward voice itself.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 work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Harness-agnostic by design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any coding harness, not a plugin bound to one vendor.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fix, start to finish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hypothetical — this is how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slime-db-role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path — a raw collection delete where every sibling used the proper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dropRole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command — actually got fixed, found by </a:t>
            </a:r>
            <a:pPr indent="0" marL="0">
              <a:buNone/>
            </a:pPr>
            <a:r>
              <a:rPr lang="en-US" sz="115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 --depth deep</a:t>
            </a:r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git archaeology.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3A42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81965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81051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scope with the human, routes the fix down.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2866644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0088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00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460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243687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domain, nothing to arbitrate — routes straight to the Orc.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127248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0723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063240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Great Sage for recon (read-wide, terse facts: every raw-delete / dropRole site), then the owning Slime.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4119372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53612"/>
            <a:ext cx="365760" cy="36576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536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6987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3689604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its own territory, mirrors dropRole the way Delete and the sibling resource already do — updates its own doc's Traits in the same change.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22960" y="4745736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379976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3251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4315968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Raphael for the gate verdict: file:line evidence, right Slime authored, traits hold, doc truthful.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2960" y="5372100"/>
            <a:ext cx="0" cy="260604"/>
          </a:xfrm>
          <a:prstGeom prst="line">
            <a:avLst/>
          </a:prstGeom>
          <a:noFill/>
          <a:ln w="19050">
            <a:solidFill>
              <a:srgbClr val="D7DEE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5006340"/>
            <a:ext cx="365760" cy="36576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5006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95147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2606040" y="4942332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PASSes with evidence — lands the change, records the verdict.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640080" y="5632704"/>
            <a:ext cx="365760" cy="36576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5632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234440" y="5577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Ciel + Elf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606040" y="5568696"/>
            <a:ext cx="8942832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Ciel journals it in log.md — Sonnet 5, its own floor: turning facts into house-format prose is voice work, never below Raphael's tier. Elf reports back to the human, one line, full courtesy.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2026-09-20T20:17:21Z</dcterms:created>
  <dcterms:modified xsi:type="dcterms:W3CDTF">2026-09-20T20:17:21Z</dcterms:modified>
</cp:coreProperties>
</file>