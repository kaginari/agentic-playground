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Tuned by what each task actually demands, not by rank prestige: narrow scope (Slime) is not the same as low judgment, since a Slime authors real changes — retuned from Haiku to Sonnet 5 default accordingly. Ciel was the only office with no Opus escalation path at all; added one for heavy-synthesis pieces (a session report weaving many threads), kept separate from the Fable axis (voice-consistency specifically).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sequence, grounded in a real fix from this session rather than a hypothetical. Context flows down (Rimuru -&gt; Elf -&gt; Orc -&gt; Slime); the gate (Orc + Raphael) is what stands between a Slime's change and it landing. Ciel's journaling step runs on Sonnet 5, its own floor -- the deterministic-script principle still applies, but only to inputs mechanical enough to bypass the Ciel office entirely (a raw field append with no prose); the moment Ciel itself is actually dispatched, its tier never drops below Raphael's, per the canon's own Great Sage -&gt; Raphael -&gt; Ciel evolutionary ordering.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OPENCODE-NATIVE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54880"/>
            <a:ext cx="9262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Opus for heavy synthesis; Fable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default; Opus for conflict; Fable for the outward voice itself.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 work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real changes — narrow scope, not low judgment. Haiku only for mechanical zones.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judgment over an archive, or the last systemic check — task-driven, not just rarity.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 across ecosystems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two mouths.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fix, start to finish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hypothetical — this is how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slime-db-role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path — a raw collection delete where every sibling used the proper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 — actually got fixed, found by </a:t>
            </a:r>
            <a:pPr indent="0" marL="0">
              <a:buNone/>
            </a:pPr>
            <a:r>
              <a:rPr lang="en-US" sz="11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 --depth deep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git archaeology.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3A42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1965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181051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scope with the human, routes the fix down.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822960" y="2866644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0088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00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460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243687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domain, nothing to arbitrate — routes straight to the Orc.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27248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07238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063240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Great Sage for recon (read-wide, terse facts: every raw-delete / dropRole site), then the owning Slime.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822960" y="4119372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53612"/>
            <a:ext cx="365760" cy="36576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536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6987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3689604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its own territory, mirrors dropRole the way Delete and the sibling resource already do — updates its own doc's Traits in the same change.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22960" y="4745736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3251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606040" y="4315968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Raphael for the gate verdict: file:line evidence, right Slime authored, traits hold, doc truthful.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22960" y="537210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006340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5006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234440" y="495147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606040" y="494233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PASSes with evidence — lands the change, records the verdict.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640080" y="563270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5632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55778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Ciel + Elf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606040" y="556869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Ciel journals it in log.md — Sonnet 5, its own floor: turning facts into house-format prose is voice work, never below Raphael's tier. Elf reports back to the human, one line, full courtesy.</a:t>
            </a:r>
            <a:endParaRPr lang="en-US" sz="108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2026-09-20T19:57:51Z</dcterms:created>
  <dcterms:modified xsi:type="dcterms:W3CDTF">2026-09-20T19:57:51Z</dcterms:modified>
</cp:coreProperties>
</file>