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Tuned by what each task actually demands, not by rank prestige: narrow scope (Slime) is not the same as low judgment, since a Slime authors real changes — retuned from Haiku to Sonnet 5 default accordingly. Ciel was the only office with no Opus escalation path at all; added one for heavy-synthesis pieces (a session report weaving many threads), kept separate from the Fable axis (voice-consistency specifically).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Opus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Opus for heavy synthesis; Fable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 / 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gate/coordination work — Opus at scale.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 real changes — narrow scope, not low judgment. Haiku only for mechanical zones.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judgment over an archive, or the last systemic check — task-driven, not just rarity.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2026-09-20T19:43:15Z</dcterms:created>
  <dcterms:modified xsi:type="dcterms:W3CDTF">2026-09-20T19:43:15Z</dcterms:modified>
</cp:coreProperties>
</file>